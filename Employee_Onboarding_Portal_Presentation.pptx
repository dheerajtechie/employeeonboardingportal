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name: Tech Mavericks</a:t>
            </a:r>
          </a:p>
          <a:p>
            <a:pPr/>
            <a:r>
              <a:t>Frontend Dev: Manav</a:t>
            </a:r>
          </a:p>
          <a:p>
            <a:pPr/>
            <a:r>
              <a:t>Backend Dev: Rohan</a:t>
            </a:r>
          </a:p>
          <a:p>
            <a:pPr/>
            <a:r>
              <a:t>Database Engineer: Priya</a:t>
            </a:r>
          </a:p>
          <a:p>
            <a:pPr/>
            <a:r>
              <a:t>DevOps Engineer: Arjun</a:t>
            </a:r>
          </a:p>
          <a:p>
            <a:pPr/>
            <a:r>
              <a:t>AI Engineer: Sneha</a:t>
            </a:r>
          </a:p>
          <a:p>
            <a:pPr/>
            <a:r>
              <a:t>Docs &amp; Presentation: Vikram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Day-1 chaos for new hires.</a:t>
            </a:r>
          </a:p>
          <a:p>
            <a:pPr/>
            <a:r>
              <a:t>No clear direction on what to do.</a:t>
            </a:r>
          </a:p>
          <a:p>
            <a:pPr/>
            <a:r>
              <a:t>Manual paper forms tracking.</a:t>
            </a:r>
          </a:p>
          <a:p>
            <a:pPr/>
            <a:r>
              <a:t>Missing assets and delayed IT provisioning.</a:t>
            </a:r>
          </a:p>
          <a:p>
            <a:pPr/>
            <a:r>
              <a:t>HR spends too much time answering repetitive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JS, Tailwind CSS, Axios</a:t>
            </a:r>
          </a:p>
          <a:p>
            <a:pPr/>
            <a:r>
              <a:t>Backend: FastAPI (Python), JWT Auth</a:t>
            </a:r>
          </a:p>
          <a:p>
            <a:pPr/>
            <a:r>
              <a:t>AI Service: Flask, Groq API, FAISS, Sentence Transformers</a:t>
            </a:r>
          </a:p>
          <a:p>
            <a:pPr/>
            <a:r>
              <a:t>Database: Oracle DB (cx_Oracle)</a:t>
            </a:r>
          </a:p>
          <a:p>
            <a:pPr/>
            <a:r>
              <a:t>Containerization: Docker, Docker Compose</a:t>
            </a:r>
          </a:p>
          <a:p>
            <a:pPr/>
            <a:r>
              <a:t>Orchestration: Kubernetes (K8s)</a:t>
            </a:r>
          </a:p>
          <a:p>
            <a:pPr/>
            <a:r>
              <a:t>CI/CD: Jenkins pipeline</a:t>
            </a:r>
          </a:p>
          <a:p>
            <a:pPr/>
            <a:r>
              <a:t>Version Control: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independent microservices communicating via REST.</a:t>
            </a:r>
          </a:p>
          <a:p>
            <a:pPr/>
            <a:r>
              <a:t>React App runs in browser, communicates with Backend &amp; AI.</a:t>
            </a:r>
          </a:p>
          <a:p>
            <a:pPr/>
            <a:r>
              <a:t>FastAPI backend manages core logic and connects to Oracle.</a:t>
            </a:r>
          </a:p>
          <a:p>
            <a:pPr/>
            <a:r>
              <a:t>Flask AI service handles semantic search over FAISS &amp; LLM.</a:t>
            </a:r>
          </a:p>
          <a:p>
            <a:pPr/>
            <a:r>
              <a:t>Docker and Kubernetes orchestrate all 3 containers seamlessly.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highly normalized Oracle tables.</a:t>
            </a:r>
          </a:p>
          <a:p>
            <a:pPr/>
            <a:r>
              <a:t>Core Entities: USERS, DEPARTMENTS, DOCUMENTS.</a:t>
            </a:r>
          </a:p>
          <a:p>
            <a:pPr/>
            <a:r>
              <a:t>Tasks: ONBOARDING_TASKS, TASK_ASSIGNMENTS.</a:t>
            </a:r>
          </a:p>
          <a:p>
            <a:pPr/>
            <a:r>
              <a:t>Assets: ASSETS, ASSET_ASSIGNMENTS.</a:t>
            </a:r>
          </a:p>
          <a:p>
            <a:pPr/>
            <a:r>
              <a:t>Trainings &amp; Buddies: TRAININGS, BUDDIES, BUDDY_CHECKINS.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Hire Journey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with temporary credentials &amp; set password.</a:t>
            </a:r>
          </a:p>
          <a:p>
            <a:pPr/>
            <a:r>
              <a:t>View personalized onboarding checklist.</a:t>
            </a:r>
          </a:p>
          <a:p>
            <a:pPr/>
            <a:r>
              <a:t>Upload ID and documents securely.</a:t>
            </a:r>
          </a:p>
          <a:p>
            <a:pPr/>
            <a:r>
              <a:t>Acknowledge receipt of IT assets.</a:t>
            </a:r>
          </a:p>
          <a:p>
            <a:pPr/>
            <a:r>
              <a:t>Access mandatory training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&amp; IT &amp; Buddy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Dashboard tracks all new hires' completion %.</a:t>
            </a:r>
          </a:p>
          <a:p>
            <a:pPr/>
            <a:r>
              <a:t>HR verifies or rejects uploaded documents with comments.</a:t>
            </a:r>
          </a:p>
          <a:p>
            <a:pPr/>
            <a:r>
              <a:t>IT Admin assigns hardware directly from inventory.</a:t>
            </a:r>
          </a:p>
          <a:p>
            <a:pPr/>
            <a:r>
              <a:t>Buddy logs weekly check-in notes for assigned new hires.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Chatbot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(Retrieval-Augmented Generation) Architecture.</a:t>
            </a:r>
          </a:p>
          <a:p>
            <a:pPr/>
            <a:r>
              <a:t>FAISS vector store holds policy documents and FAQs.</a:t>
            </a:r>
          </a:p>
          <a:p>
            <a:pPr/>
            <a:r>
              <a:t>System fetches the user's personal pending tasks.</a:t>
            </a:r>
          </a:p>
          <a:p>
            <a:pPr/>
            <a:r>
              <a:t>Result: 'You still need to submit PAN. To get a laptop, go to Floor 3.'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Docker/K8s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docker-compose up --build instantiates full stack locally.</a:t>
            </a:r>
          </a:p>
          <a:p>
            <a:pPr/>
            <a:r>
              <a:t>Persistent volumes ensure uploaded documents aren't lost.</a:t>
            </a:r>
          </a:p>
          <a:p>
            <a:pPr/>
            <a:r>
              <a:t>Kubernetes YAMLs separate Deployments and Services.</a:t>
            </a:r>
          </a:p>
          <a:p>
            <a:pPr/>
            <a:r>
              <a:t>ConfigMaps and Secrets handle environment variables safely.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Triggered by GitHub Webhooks on push to main.</a:t>
            </a:r>
          </a:p>
          <a:p>
            <a:pPr/>
            <a:r>
              <a:t>Stage 1: Checkout Code.</a:t>
            </a:r>
          </a:p>
          <a:p>
            <a:pPr/>
            <a:r>
              <a:t>Stage 2: Install dependencies &amp; run PyTest.</a:t>
            </a:r>
          </a:p>
          <a:p>
            <a:pPr/>
            <a:r>
              <a:t>Stage 3: Build Docker images for all 3 services.</a:t>
            </a:r>
          </a:p>
          <a:p>
            <a:pPr/>
            <a:r>
              <a:t>Stage 4: Deploy new image tags to Kubernetes Cluster.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Handling multipart file uploads in FastAPI and Docker volumes.</a:t>
            </a:r>
          </a:p>
          <a:p>
            <a:pPr/>
            <a:r>
              <a:t>Learning: How cx_Oracle session pooling dramatically improves API speeds.</a:t>
            </a:r>
          </a:p>
          <a:p>
            <a:pPr/>
            <a:r>
              <a:t>Challenge: Fixing the task assignment mismatch (TA_ID vs ASSIGNMENT_ID).</a:t>
            </a:r>
          </a:p>
          <a:p>
            <a:pPr/>
            <a:r>
              <a:t>Learning: Integrating in-memory FAISS vs persistent vector stores.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and SMS alerts via Twilio/SendGrid integration.</a:t>
            </a:r>
          </a:p>
          <a:p>
            <a:pPr/>
            <a:r>
              <a:t>Mobile-responsive app or dedicated React Native mobile app.</a:t>
            </a:r>
          </a:p>
          <a:p>
            <a:pPr/>
            <a:r>
              <a:t>Digital e-signature integration for NDA and Code of Conduct.</a:t>
            </a:r>
          </a:p>
          <a:p>
            <a:pPr/>
            <a:r>
              <a:t>Learning Management System (LMS) API integration.</a:t>
            </a:r>
          </a:p>
          <a:p>
            <a:pPr/>
            <a:r>
              <a:t>Exit management and offboarding module.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